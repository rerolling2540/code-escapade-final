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ce5a4c18342e3" /><Relationship Type="http://schemas.openxmlformats.org/officeDocument/2006/relationships/extended-properties" Target="/docProps/app.xml" Id="Rd4498664fa294731" /><Relationship Type="http://schemas.openxmlformats.org/officeDocument/2006/relationships/officeDocument" Target="/ppt/presentation.xml" Id="Re58ae5fcc20d45c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37c45dbf6984477"/>
  </p:sldMasterIdLst>
  <p:notesMasterIdLst>
    <p:notesMasterId xmlns:r="http://schemas.openxmlformats.org/officeDocument/2006/relationships" r:id="R5d7076bbde694eba"/>
  </p:notesMasterIdLst>
  <p:sldIdLst>
    <p:sldId xmlns:r="http://schemas.openxmlformats.org/officeDocument/2006/relationships" id="256" r:id="Rb7844112d60245d3"/>
    <p:sldId xmlns:r="http://schemas.openxmlformats.org/officeDocument/2006/relationships" id="257" r:id="R6659c42e9ea04a1f"/>
    <p:sldId xmlns:r="http://schemas.openxmlformats.org/officeDocument/2006/relationships" id="258" r:id="Rf38f114e323743bd"/>
    <p:sldId xmlns:r="http://schemas.openxmlformats.org/officeDocument/2006/relationships" id="259" r:id="R6bb967da241f4cea"/>
    <p:sldId xmlns:r="http://schemas.openxmlformats.org/officeDocument/2006/relationships" id="260" r:id="R8eaa41febd084dae"/>
    <p:sldId xmlns:r="http://schemas.openxmlformats.org/officeDocument/2006/relationships" id="261" r:id="R7fd27f2bae1442c7"/>
    <p:sldId xmlns:r="http://schemas.openxmlformats.org/officeDocument/2006/relationships" id="262" r:id="Ra46fcc25bd8b43bb"/>
    <p:sldId xmlns:r="http://schemas.openxmlformats.org/officeDocument/2006/relationships" id="263" r:id="Rb3c63a8eaccc4c26"/>
    <p:sldId xmlns:r="http://schemas.openxmlformats.org/officeDocument/2006/relationships" id="264" r:id="R645f59beb1514a9e"/>
    <p:sldId xmlns:r="http://schemas.openxmlformats.org/officeDocument/2006/relationships" id="265" r:id="R3d0f5d992ba142d7"/>
    <p:sldId xmlns:r="http://schemas.openxmlformats.org/officeDocument/2006/relationships" id="266" r:id="Ra6871b44be8a43ed"/>
    <p:sldId xmlns:r="http://schemas.openxmlformats.org/officeDocument/2006/relationships" id="267" r:id="Ra079e61a2c0143c6"/>
    <p:sldId xmlns:r="http://schemas.openxmlformats.org/officeDocument/2006/relationships" id="268" r:id="R093ea18e06de446f"/>
    <p:sldId xmlns:r="http://schemas.openxmlformats.org/officeDocument/2006/relationships" id="269" r:id="R2dabd2555f9b49c1"/>
    <p:sldId xmlns:r="http://schemas.openxmlformats.org/officeDocument/2006/relationships" id="270" r:id="R3bcad4988ad24230"/>
  </p:sldIdLst>
  <p:sldSz cx="12192000" cy="6858000"/>
  <p:notesSz cx="6858000" cy="9144000"/>
  <p:embeddedFontLst>
    <p:embeddedFont>
      <p:font typeface="Century Gothic"/>
      <p:regular xmlns:r="http://schemas.openxmlformats.org/officeDocument/2006/relationships" r:id="R54a4a0dd65914166"/>
      <p:bold xmlns:r="http://schemas.openxmlformats.org/officeDocument/2006/relationships" r:id="Rbbb1815a19544dc3"/>
      <p:italic xmlns:r="http://schemas.openxmlformats.org/officeDocument/2006/relationships" r:id="R3f0a8d1e609a4bde"/>
      <p:boldItalic xmlns:r="http://schemas.openxmlformats.org/officeDocument/2006/relationships" r:id="Ra9db7c29785c4069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195253055c495c" /><Relationship Type="http://schemas.openxmlformats.org/officeDocument/2006/relationships/slideMaster" Target="/ppt/slideMasters/slideMaster1.xml" Id="R037c45dbf6984477" /><Relationship Type="http://schemas.openxmlformats.org/officeDocument/2006/relationships/notesMaster" Target="/ppt/notesMasters/notesMaster1.xml" Id="R5d7076bbde694eba" /><Relationship Type="http://schemas.openxmlformats.org/officeDocument/2006/relationships/presProps" Target="/ppt/presProps.xml" Id="R6c45b3cf74ce4721" /><Relationship Type="http://schemas.openxmlformats.org/officeDocument/2006/relationships/tableStyles" Target="/ppt/tableStyles.xml" Id="R9fcfd3fad0114b20" /><Relationship Type="http://schemas.openxmlformats.org/officeDocument/2006/relationships/font" Target="/ppt/fonts/font.dat" Id="R54a4a0dd65914166" /><Relationship Type="http://schemas.openxmlformats.org/officeDocument/2006/relationships/font" Target="/ppt/fonts/font2.dat" Id="Rbbb1815a19544dc3" /><Relationship Type="http://schemas.openxmlformats.org/officeDocument/2006/relationships/font" Target="/ppt/fonts/font3.dat" Id="R3f0a8d1e609a4bde" /><Relationship Type="http://schemas.openxmlformats.org/officeDocument/2006/relationships/font" Target="/ppt/fonts/font4.dat" Id="Ra9db7c29785c4069" /><Relationship Type="http://schemas.openxmlformats.org/officeDocument/2006/relationships/slide" Target="/ppt/slides/slide1.xml" Id="Rb7844112d60245d3" /><Relationship Type="http://schemas.openxmlformats.org/officeDocument/2006/relationships/slide" Target="/ppt/slides/slide2.xml" Id="R6659c42e9ea04a1f" /><Relationship Type="http://schemas.openxmlformats.org/officeDocument/2006/relationships/slide" Target="/ppt/slides/slide3.xml" Id="Rf38f114e323743bd" /><Relationship Type="http://schemas.openxmlformats.org/officeDocument/2006/relationships/slide" Target="/ppt/slides/slide4.xml" Id="R6bb967da241f4cea" /><Relationship Type="http://schemas.openxmlformats.org/officeDocument/2006/relationships/slide" Target="/ppt/slides/slide5.xml" Id="R8eaa41febd084dae" /><Relationship Type="http://schemas.openxmlformats.org/officeDocument/2006/relationships/slide" Target="/ppt/slides/slide6.xml" Id="R7fd27f2bae1442c7" /><Relationship Type="http://schemas.openxmlformats.org/officeDocument/2006/relationships/slide" Target="/ppt/slides/slide7.xml" Id="Ra46fcc25bd8b43bb" /><Relationship Type="http://schemas.openxmlformats.org/officeDocument/2006/relationships/slide" Target="/ppt/slides/slide8.xml" Id="Rb3c63a8eaccc4c26" /><Relationship Type="http://schemas.openxmlformats.org/officeDocument/2006/relationships/slide" Target="/ppt/slides/slide9.xml" Id="R645f59beb1514a9e" /><Relationship Type="http://schemas.openxmlformats.org/officeDocument/2006/relationships/slide" Target="/ppt/slides/slide10.xml" Id="R3d0f5d992ba142d7" /><Relationship Type="http://schemas.openxmlformats.org/officeDocument/2006/relationships/slide" Target="/ppt/slides/slide11.xml" Id="Ra6871b44be8a43ed" /><Relationship Type="http://schemas.openxmlformats.org/officeDocument/2006/relationships/slide" Target="/ppt/slides/slide12.xml" Id="Ra079e61a2c0143c6" /><Relationship Type="http://schemas.openxmlformats.org/officeDocument/2006/relationships/slide" Target="/ppt/slides/slide13.xml" Id="R093ea18e06de446f" /><Relationship Type="http://schemas.openxmlformats.org/officeDocument/2006/relationships/slide" Target="/ppt/slides/slide14.xml" Id="R2dabd2555f9b49c1" /><Relationship Type="http://schemas.openxmlformats.org/officeDocument/2006/relationships/slide" Target="/ppt/slides/slide15.xml" Id="R3bcad4988ad242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a8e2a05a3f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a7d06bdf24635" /><Relationship Type="http://schemas.openxmlformats.org/officeDocument/2006/relationships/notesMaster" Target="/ppt/notesMasters/notesMaster1.xml" Id="R9c9666bc0c6e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b9925896134d30" /><Relationship Type="http://schemas.openxmlformats.org/officeDocument/2006/relationships/notesMaster" Target="/ppt/notesMasters/notesMaster1.xml" Id="R7c8fa53d2666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972d54b1d4a9b" /><Relationship Type="http://schemas.openxmlformats.org/officeDocument/2006/relationships/notesMaster" Target="/ppt/notesMasters/notesMaster1.xml" Id="Rc8347349e34349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5736c196ad440e" /><Relationship Type="http://schemas.openxmlformats.org/officeDocument/2006/relationships/notesMaster" Target="/ppt/notesMasters/notesMaster1.xml" Id="R9f35ebcbd1f247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02261a4924210" /><Relationship Type="http://schemas.openxmlformats.org/officeDocument/2006/relationships/notesMaster" Target="/ppt/notesMasters/notesMaster1.xml" Id="R4ec4ab273a8a49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5a41f4dee84809" /><Relationship Type="http://schemas.openxmlformats.org/officeDocument/2006/relationships/notesMaster" Target="/ppt/notesMasters/notesMaster1.xml" Id="R778b47e5ad7a4a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88099cfaba438c" /><Relationship Type="http://schemas.openxmlformats.org/officeDocument/2006/relationships/notesMaster" Target="/ppt/notesMasters/notesMaster1.xml" Id="R4bd12d4c5ff4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f3a0e88376413d" /><Relationship Type="http://schemas.openxmlformats.org/officeDocument/2006/relationships/notesMaster" Target="/ppt/notesMasters/notesMaster1.xml" Id="R936661fe26cb4c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58f0723eb4685" /><Relationship Type="http://schemas.openxmlformats.org/officeDocument/2006/relationships/notesMaster" Target="/ppt/notesMasters/notesMaster1.xml" Id="Re2bb751aba244d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277c954c047e0" /><Relationship Type="http://schemas.openxmlformats.org/officeDocument/2006/relationships/notesMaster" Target="/ppt/notesMasters/notesMaster1.xml" Id="R2fc6f91f427c48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6a5dc7041d49c0" /><Relationship Type="http://schemas.openxmlformats.org/officeDocument/2006/relationships/notesMaster" Target="/ppt/notesMasters/notesMaster1.xml" Id="R9ef4e6a04f3e41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8b8a8083f54d69" /><Relationship Type="http://schemas.openxmlformats.org/officeDocument/2006/relationships/notesMaster" Target="/ppt/notesMasters/notesMaster1.xml" Id="Ra9947c6604a345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035883ccf04df5" /><Relationship Type="http://schemas.openxmlformats.org/officeDocument/2006/relationships/notesMaster" Target="/ppt/notesMasters/notesMaster1.xml" Id="R82b1efbcfd0c48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d202b56f6741b9" /><Relationship Type="http://schemas.openxmlformats.org/officeDocument/2006/relationships/notesMaster" Target="/ppt/notesMasters/notesMaster1.xml" Id="R1e3a5fc21e3040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c7991325184d39" /><Relationship Type="http://schemas.openxmlformats.org/officeDocument/2006/relationships/notesMaster" Target="/ppt/notesMasters/notesMaster1.xml" Id="Rfda051bfb57d44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a4941e4f948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eb0d49e8a45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0733db8c34a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936fdff8143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671d13b0a45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437081f9349f4" /><Relationship Type="http://schemas.openxmlformats.org/officeDocument/2006/relationships/image" Target="/ppt/media/image.png" Id="R6f5806e97f2e41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fceab2f7f4e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365281b1146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5b5064fb340c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0775fa40843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8a38928db423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fdee44e8d456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0d0fcdd2542d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836730b2d467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6d41b70224af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306f803914f8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e094558a342d3" /></Relationships>
</file>

<file path=ppt/slideLayouts/slideLayout1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BB8F04CC-C5AD-4A1E-B558-99C353D294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03DC440F-A4D4-4D9D-9CA7-B5FBEAC95A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3" y="2666999"/>
            <a:ext cx="9905998" cy="312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F7D8BF1F-2C15-4700-B961-B4FF246F8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5FE4B5BD-C98C-492D-BBF0-F23C40005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C0EAC162-CA28-450B-8DDE-C1292C18D3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23A6057B-AD49-4904-8C25-E1A5ED8616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51012" y="609601"/>
            <a:ext cx="8676222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entury Gothic"/>
              <a:buNone/>
              <a:defRPr sz="480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FD1093E6-2AC1-4AE4-A9E6-A68EE3D64F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51012" y="3886200"/>
            <a:ext cx="8676222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A79C45B3-F36A-4996-9086-6D165A997B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B25499A9-D874-4A60-A9BB-A5CB016F0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81C1EB3F-E64A-4A39-A337-C869877DA2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121E8CAB-B527-425B-9CAF-5D78FC0C3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51013" y="3308581"/>
            <a:ext cx="8686800" cy="14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 b="0" cap="none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1011E02B-EDB1-416F-8328-BF175862AE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51011" y="4777381"/>
            <a:ext cx="8686801" cy="8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D14AC815-686C-4414-AA45-DC8ABA09FA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2A97AB7-89E3-4BF9-B989-3155AAB3C0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534DC7BF-F753-4C65-9FCF-089310397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C4BD50A0-1C63-4B9A-9DF2-0F269CF18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6629FD98-E308-4122-B31D-1B912BC935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2" y="2666999"/>
            <a:ext cx="4876800" cy="312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indent="-3302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F4667378-EF8B-4E21-9EA3-A5193608FA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0612" y="2667000"/>
            <a:ext cx="48768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indent="-3302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34564C5E-90FA-4E52-BA88-CB143C38E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5210347E-8AF2-4617-8D32-F91F09DD61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C419B242-B940-4E0A-B0DF-CE408F150A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E02182EB-D0F7-4251-BED2-160DA1273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3BA8AD2D-35F8-4F4D-AAD0-89C7018C5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29280" y="2658533"/>
            <a:ext cx="4588931" cy="576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8C9DF622-15A2-493C-BAFE-702C4EA89A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412" y="3243262"/>
            <a:ext cx="4876800" cy="2547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indent="-3302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B6FA001E-7D69-47BE-BA80-BBDBED60CB3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43133" y="2667000"/>
            <a:ext cx="4604280" cy="576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CA84DFE4-7335-47CD-8085-4C1A82CBE28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0612" y="3243262"/>
            <a:ext cx="4876801" cy="2547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marL="914400" indent="-3302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indent="-304800" algn="l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indent="-304800" algn="l">
              <a:spcBef>
                <a:spcPts val="600"/>
              </a:spcBef>
              <a:spcAft>
                <a:spcPts val="600"/>
              </a:spcAft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FD7109E6-E29C-4854-8742-E78CCCD55A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E5B3EA07-EB06-496F-9D9A-BA4E8A543E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8C6F92EA-97FC-4D1A-82A9-1FADF441D6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bg>
      <p:bgPr>
        <a:blipFill xmlns:a="http://schemas.openxmlformats.org/drawingml/2006/main">
          <a:blip xmlns:r="http://schemas.openxmlformats.org/officeDocument/2006/relationships" r:embed="R6f5806e97f2e416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B4240C0E-CFE2-477E-B57F-F213221BD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D7CEC6D4-4F62-41F4-A1BF-1A2048CFD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6240A86F-DCAB-4FE2-8426-9EEA2F712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8A96A507-67ED-4A07-BA8F-E2F774759E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55D95951-260B-42FE-803F-2DAC8BDFE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E33FDAAA-41A9-4E99-A9C0-EA73AA32F9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2DB3E087-0C85-43DD-82ED-324BD8521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1B07EB2F-2F86-483A-80FA-691E4CDD6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1" y="1600200"/>
            <a:ext cx="3549121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  <a:defRPr sz="2400" b="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4CF07C7F-9B3D-4A81-8B7E-BA2729BBC2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03812" y="609601"/>
            <a:ext cx="5943601" cy="51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indent="-3302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indent="-317500" algn="l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indent="-317500" algn="l">
              <a:spcBef>
                <a:spcPts val="600"/>
              </a:spcBef>
              <a:spcAft>
                <a:spcPts val="600"/>
              </a:spcAft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32F723BE-C77E-452C-9F69-404CD7D97F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411" y="2971800"/>
            <a:ext cx="3549121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928CC2AB-D748-4D71-88CF-762F1FF526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EC40B460-150A-4421-B6E7-45D38F10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66C0995B-36D5-41EA-8088-237A0E0759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0A9288AB-7B06-4E10-ADBF-1508862D8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1" y="1600200"/>
            <a:ext cx="5334001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sz="2800" b="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1C6EFB32-B3BE-4A49-9D9F-E1CC8387546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433733" y="-18288"/>
            <a:ext cx="3276599" cy="690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45C090B1-46C5-4EC7-B57D-BEE8578F1A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1" y="2971800"/>
            <a:ext cx="5334001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F15CC9C1-8DDB-464B-BEF2-6B479D7778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399212" y="5883275"/>
            <a:ext cx="9144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0F3E49E7-8B1B-41E3-9569-024DDEA3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51054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24996904-B831-4280-A86B-511504673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2612" y="5883275"/>
            <a:ext cx="3225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anoramic Picture with Caption">
  <p:cSld name="Panoramic 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6323BD61-B436-4D5F-AE53-D25B0944E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4732865"/>
            <a:ext cx="99060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  <a:defRPr sz="2400" b="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0FE50C0C-3AFA-4832-BB7F-C7C96D7F428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979612" y="932112"/>
            <a:ext cx="8225944" cy="3164976"/>
          </a:xfrm>
          <a:prstGeom xmlns:a="http://schemas.openxmlformats.org/drawingml/2006/main" prst="roundRect">
            <a:avLst>
              <a:gd name="adj" fmla="val 4380"/>
            </a:avLst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03BB7222-672A-47D8-8185-E9338C760C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3" y="5299603"/>
            <a:ext cx="9906000" cy="49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22E4F925-C811-4E66-8CC6-83BC484216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C466DC79-94B3-47F1-92E6-ECFE3DBC2E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9899F84E-3495-46F7-A69F-A19B45A249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Caption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8276EC19-6B0B-4869-A34F-FF36C18DC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2" y="609601"/>
            <a:ext cx="9905999" cy="3124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  <a:defRPr sz="3200" b="0" cap="none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4FABD3BC-DB18-4428-B6C8-A5E417D0F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1" y="4343400"/>
            <a:ext cx="990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33B5E5C2-897F-44F7-8605-322A29FDF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3FE99B3F-6F36-4836-8B00-024789603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81D8176E-434F-499E-A5BA-F518FDEA58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Quote with Caption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C62ED7A2-F111-423B-AB90-E4414C2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786824"/>
            <a:ext cx="609600" cy="58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</a:rPr>
              <a:t>“</a:t>
            </a:r>
            <a:endParaRPr/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903B8EBC-0965-4415-8C68-A593DC0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812" y="2743200"/>
            <a:ext cx="609600" cy="58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</a:rPr>
              <a:t>”</a:t>
            </a:r>
            <a:endParaRPr/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4D31EF6E-F964-4ACD-AFDF-2161363EA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3" y="609601"/>
            <a:ext cx="9296398" cy="274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E014330B-D288-4906-B213-9B30EF435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74812" y="3352800"/>
            <a:ext cx="883920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None/>
              <a:defRPr/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E436366F-402E-46B0-BE31-B5BE492A8A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411" y="4343400"/>
            <a:ext cx="990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D1249579-1DF3-4F70-8467-FDBB26C40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4AEB710-B38C-41AB-9857-DE2C686E3E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2F8D436A-49DF-405A-8143-608B2DE130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Name Card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1CF6761D-FFEE-45F2-99A0-AF6A01456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2" y="3308581"/>
            <a:ext cx="9906000" cy="14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  <a:defRPr sz="3200" b="0" cap="none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6DF35268-AF9C-4911-9AE4-659375A9AF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0" y="4777381"/>
            <a:ext cx="9906001" cy="8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061EEA9B-0E0B-4E87-A66E-C89D0DF7A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888A9128-F4D6-400C-BBC5-DD5E8D577E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84ABE2A8-78B4-4581-8866-DA1BBD76ED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Quote Name Card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5">
            <a:extLst xmlns:a="http://schemas.openxmlformats.org/drawingml/2006/main">
              <a:ext uri="{FF2B5EF4-FFF2-40B4-BE49-F238E27FC236}">
                <a16:creationId xmlns:a16="http://schemas.microsoft.com/office/drawing/2014/main" id="{88A55AA8-B6C4-49A6-8313-E89F685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786824"/>
            <a:ext cx="609600" cy="58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</a:rPr>
              <a:t>“</a:t>
            </a:r>
            <a:endParaRPr/>
          </a:p>
        </p:txBody>
      </p:sp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EA53B139-63AB-4564-96AF-E8F6F12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812" y="2743200"/>
            <a:ext cx="609600" cy="58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sz="8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</a:rPr>
              <a:t>”</a:t>
            </a:r>
            <a:endParaRPr/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67F97D06-71D3-45B0-9D86-9C05FF80D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3" y="609601"/>
            <a:ext cx="9296398" cy="274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8FD3EE5C-DA5C-4FA0-B471-CC96943BC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2" y="3886200"/>
            <a:ext cx="9906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accent1"/>
                </a:solidFill>
              </a:defRPr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C313531F-2789-41B0-BD1F-A2F4516501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411" y="4775200"/>
            <a:ext cx="9906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BF92F6FB-34EB-4D71-8A78-4A65131AF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757A731E-1FE7-4600-982C-07F54E45A1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9B5C3687-EDD9-4548-BF9E-A67257639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rue or False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D2455E08-B2E2-49E5-9C3B-4FC54A882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2" y="609601"/>
            <a:ext cx="9905999" cy="274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  <a:defRPr b="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4CB8A4CD-7031-44B2-A479-71AA53D7CC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2" y="35052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319B7998-17AA-4E60-A005-1FA7A1E91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41411" y="4343400"/>
            <a:ext cx="990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F2EC48E9-E166-4C17-A9AC-F041C180E8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0622EAC7-AF69-413B-A223-AC4B57752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106F51C0-E731-406E-B46B-727682E3F0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5783D3D3-8FDB-4C15-9A9F-D4BAC713E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105C20C5-F6C1-4184-A656-251856968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532312" y="-723899"/>
            <a:ext cx="3124201" cy="9905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EE7AC3D4-D40A-4E47-A515-429DF5F396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2928ED7F-A26B-4C6F-A675-52B97763D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90211E28-D1E5-49CD-8996-3AA7150521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18">
            <a:extLst xmlns:a="http://schemas.openxmlformats.org/drawingml/2006/main">
              <a:ext uri="{FF2B5EF4-FFF2-40B4-BE49-F238E27FC236}">
                <a16:creationId xmlns:a16="http://schemas.microsoft.com/office/drawing/2014/main" id="{FFBFC334-4BB7-4AE4-B2D1-153FB9A67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351354" y="2095143"/>
            <a:ext cx="5181601" cy="2210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D53E619E-1595-4FFF-8E33-45FAB3B2C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22512" y="-571500"/>
            <a:ext cx="5181600" cy="75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spcBef>
                <a:spcPts val="600"/>
              </a:spcBef>
              <a:spcAft>
                <a:spcPts val="600"/>
              </a:spcAft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63BAD3A5-7B52-49B1-BC40-12C83F8EA5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3BF2DE57-F81D-48F2-A954-FE4CA8EE3D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8">
            <a:extLst xmlns:a="http://schemas.openxmlformats.org/drawingml/2006/main">
              <a:ext uri="{FF2B5EF4-FFF2-40B4-BE49-F238E27FC236}">
                <a16:creationId xmlns:a16="http://schemas.microsoft.com/office/drawing/2014/main" id="{DAC0E447-85C1-40A4-95A9-28273F44CC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66eb58ac97649f7" /><Relationship Type="http://schemas.openxmlformats.org/officeDocument/2006/relationships/theme" Target="/ppt/slideMasters/theme/theme2.xml" Id="R69ac34986114447e" /><Relationship Type="http://schemas.openxmlformats.org/officeDocument/2006/relationships/slideLayout" Target="/ppt/slideLayouts/slideLayout1.xml" Id="R08dc1024656546a3" /><Relationship Type="http://schemas.openxmlformats.org/officeDocument/2006/relationships/slideLayout" Target="/ppt/slideLayouts/slideLayout2.xml" Id="R22d2854958e04cf8" /><Relationship Type="http://schemas.openxmlformats.org/officeDocument/2006/relationships/slideLayout" Target="/ppt/slideLayouts/slideLayout3.xml" Id="R61128acb1de04aba" /><Relationship Type="http://schemas.openxmlformats.org/officeDocument/2006/relationships/slideLayout" Target="/ppt/slideLayouts/slideLayout4.xml" Id="Rfb1c9c929d85415c" /><Relationship Type="http://schemas.openxmlformats.org/officeDocument/2006/relationships/slideLayout" Target="/ppt/slideLayouts/slideLayout5.xml" Id="Ra169531b995c4016" /><Relationship Type="http://schemas.openxmlformats.org/officeDocument/2006/relationships/slideLayout" Target="/ppt/slideLayouts/slideLayout6.xml" Id="R5f66be7e24fe4bf3" /><Relationship Type="http://schemas.openxmlformats.org/officeDocument/2006/relationships/slideLayout" Target="/ppt/slideLayouts/slideLayout7.xml" Id="R3c93a65026664e5d" /><Relationship Type="http://schemas.openxmlformats.org/officeDocument/2006/relationships/slideLayout" Target="/ppt/slideLayouts/slideLayout8.xml" Id="R36a630975e494593" /><Relationship Type="http://schemas.openxmlformats.org/officeDocument/2006/relationships/slideLayout" Target="/ppt/slideLayouts/slideLayout9.xml" Id="R58b160231bb3406d" /><Relationship Type="http://schemas.openxmlformats.org/officeDocument/2006/relationships/slideLayout" Target="/ppt/slideLayouts/slideLayout10.xml" Id="Rcbb27dfe32544f6e" /><Relationship Type="http://schemas.openxmlformats.org/officeDocument/2006/relationships/slideLayout" Target="/ppt/slideLayouts/slideLayout11.xml" Id="Rfe1e65c2b54b4fb7" /><Relationship Type="http://schemas.openxmlformats.org/officeDocument/2006/relationships/slideLayout" Target="/ppt/slideLayouts/slideLayout12.xml" Id="Reecd0756c3eb40b6" /><Relationship Type="http://schemas.openxmlformats.org/officeDocument/2006/relationships/slideLayout" Target="/ppt/slideLayouts/slideLayout13.xml" Id="Rd348974176a94ae1" /><Relationship Type="http://schemas.openxmlformats.org/officeDocument/2006/relationships/slideLayout" Target="/ppt/slideLayouts/slideLayout14.xml" Id="R279ae46e3f8b4238" /><Relationship Type="http://schemas.openxmlformats.org/officeDocument/2006/relationships/slideLayout" Target="/ppt/slideLayouts/slideLayout15.xml" Id="R683d85ac97b14e07" /><Relationship Type="http://schemas.openxmlformats.org/officeDocument/2006/relationships/slideLayout" Target="/ppt/slideLayouts/slideLayout16.xml" Id="Ra9f5c1f47da840a4" /><Relationship Type="http://schemas.openxmlformats.org/officeDocument/2006/relationships/slideLayout" Target="/ppt/slideLayouts/slideLayout17.xml" Id="R9514ab0dda864cbb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66eb58ac97649f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AF49549F-20B7-4D1D-B14A-D5E98B3C8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1413" y="609600"/>
            <a:ext cx="9905998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34BF838-FCE7-42D5-9B61-6DFD014F3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413" y="2666999"/>
            <a:ext cx="9905998" cy="312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marR="0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1pPr>
            <a:lvl2pPr marL="914400" marR="0" indent="-3429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2pPr>
            <a:lvl3pPr marL="1371600" marR="0" indent="-3302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3pPr>
            <a:lvl4pPr marL="1828800" marR="0" indent="-3175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4pPr>
            <a:lvl5pPr marL="2286000" marR="0" indent="-3175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5pPr>
            <a:lvl6pPr marL="2743200" marR="0" indent="-3048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6pPr>
            <a:lvl7pPr marL="3200400" marR="0" indent="-3048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7pPr>
            <a:lvl8pPr marL="3657600" marR="0" indent="-30480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8pPr>
            <a:lvl9pPr marL="4114800" marR="0" indent="-30480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/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68040E38-E99C-4398-BBB9-48D198D676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837612" y="5883275"/>
            <a:ext cx="1600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/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51016E54-72D6-4ED4-9FBA-71E99E9379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41412" y="5883275"/>
            <a:ext cx="7543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/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4F12A35A-8F14-4B4C-9635-8C3068D837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14012" y="5883275"/>
            <a:ext cx="551167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dc1024656546a3"/>
    <p:sldLayoutId xmlns:r="http://schemas.openxmlformats.org/officeDocument/2006/relationships" id="2147483650" r:id="R22d2854958e04cf8"/>
    <p:sldLayoutId xmlns:r="http://schemas.openxmlformats.org/officeDocument/2006/relationships" id="2147483651" r:id="R61128acb1de04aba"/>
    <p:sldLayoutId xmlns:r="http://schemas.openxmlformats.org/officeDocument/2006/relationships" id="2147483652" r:id="Rfb1c9c929d85415c"/>
    <p:sldLayoutId xmlns:r="http://schemas.openxmlformats.org/officeDocument/2006/relationships" id="2147483653" r:id="Ra169531b995c4016"/>
    <p:sldLayoutId xmlns:r="http://schemas.openxmlformats.org/officeDocument/2006/relationships" id="2147483654" r:id="R5f66be7e24fe4bf3"/>
    <p:sldLayoutId xmlns:r="http://schemas.openxmlformats.org/officeDocument/2006/relationships" id="2147483655" r:id="R3c93a65026664e5d"/>
    <p:sldLayoutId xmlns:r="http://schemas.openxmlformats.org/officeDocument/2006/relationships" id="2147483656" r:id="R36a630975e494593"/>
    <p:sldLayoutId xmlns:r="http://schemas.openxmlformats.org/officeDocument/2006/relationships" id="2147483657" r:id="R58b160231bb3406d"/>
    <p:sldLayoutId xmlns:r="http://schemas.openxmlformats.org/officeDocument/2006/relationships" id="2147483658" r:id="Rcbb27dfe32544f6e"/>
    <p:sldLayoutId xmlns:r="http://schemas.openxmlformats.org/officeDocument/2006/relationships" id="2147483659" r:id="Rfe1e65c2b54b4fb7"/>
    <p:sldLayoutId xmlns:r="http://schemas.openxmlformats.org/officeDocument/2006/relationships" id="2147483660" r:id="Reecd0756c3eb40b6"/>
    <p:sldLayoutId xmlns:r="http://schemas.openxmlformats.org/officeDocument/2006/relationships" id="2147483661" r:id="Rd348974176a94ae1"/>
    <p:sldLayoutId xmlns:r="http://schemas.openxmlformats.org/officeDocument/2006/relationships" id="2147483662" r:id="R279ae46e3f8b4238"/>
    <p:sldLayoutId xmlns:r="http://schemas.openxmlformats.org/officeDocument/2006/relationships" id="2147483663" r:id="R683d85ac97b14e07"/>
    <p:sldLayoutId xmlns:r="http://schemas.openxmlformats.org/officeDocument/2006/relationships" id="2147483664" r:id="Ra9f5c1f47da840a4"/>
    <p:sldLayoutId xmlns:r="http://schemas.openxmlformats.org/officeDocument/2006/relationships" id="2147483665" r:id="R9514ab0dda864cb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3acfc25a4a06" /><Relationship Type="http://schemas.openxmlformats.org/officeDocument/2006/relationships/image" Target="/ppt/media/image.png" Id="R972cab7a49844147" /><Relationship Type="http://schemas.openxmlformats.org/officeDocument/2006/relationships/image" Target="/ppt/media/image2.png" Id="R1538beb448b24b3e" /><Relationship Type="http://schemas.openxmlformats.org/officeDocument/2006/relationships/image" Target="/ppt/media/image3.png" Id="Rf3bad33a826d4c66" /><Relationship Type="http://schemas.openxmlformats.org/officeDocument/2006/relationships/notesSlide" Target="/ppt/notesSlides/notesSlide1.xml" Id="R4ea8acf6c5f0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753e91c114f56" /><Relationship Type="http://schemas.openxmlformats.org/officeDocument/2006/relationships/image" Target="/ppt/media/image.png" Id="R0f5ce150bfe84a05" /><Relationship Type="http://schemas.openxmlformats.org/officeDocument/2006/relationships/image" Target="/ppt/media/image4.png" Id="Rb6f68c9d72d74217" /><Relationship Type="http://schemas.openxmlformats.org/officeDocument/2006/relationships/image" Target="/ppt/media/image5.png" Id="Rc74cbabaeeee4802" /><Relationship Type="http://schemas.openxmlformats.org/officeDocument/2006/relationships/notesSlide" Target="/ppt/notesSlides/notesSlide2.xml" Id="R9f593ebb08df4c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a7788c1894529" /><Relationship Type="http://schemas.openxmlformats.org/officeDocument/2006/relationships/image" Target="/ppt/media/image.png" Id="Rfb2a85833b42485f" /><Relationship Type="http://schemas.openxmlformats.org/officeDocument/2006/relationships/notesSlide" Target="/ppt/notesSlides/notesSlide3.xml" Id="R6c7434a02ca44f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a59063ac4c1e" /><Relationship Type="http://schemas.openxmlformats.org/officeDocument/2006/relationships/image" Target="/ppt/media/image.png" Id="R524967aa4b044137" /><Relationship Type="http://schemas.openxmlformats.org/officeDocument/2006/relationships/image" Target="/ppt/media/image6.png" Id="R4272f44efb0f4e58" /><Relationship Type="http://schemas.openxmlformats.org/officeDocument/2006/relationships/image" Target="/ppt/media/image7.png" Id="Re051af7f1aa14d34" /><Relationship Type="http://schemas.openxmlformats.org/officeDocument/2006/relationships/image" Target="/ppt/media/image8.png" Id="Ra6aa3971a4574c8a" /><Relationship Type="http://schemas.openxmlformats.org/officeDocument/2006/relationships/notesSlide" Target="/ppt/notesSlides/notesSlide4.xml" Id="R572ef8e75777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af732e4814922" /><Relationship Type="http://schemas.openxmlformats.org/officeDocument/2006/relationships/image" Target="/ppt/media/image.png" Id="R89c18340d6af4302" /><Relationship Type="http://schemas.openxmlformats.org/officeDocument/2006/relationships/image" Target="/ppt/media/image9.png" Id="R76a176fdbf8d47b2" /><Relationship Type="http://schemas.openxmlformats.org/officeDocument/2006/relationships/image" Target="/ppt/media/image10.png" Id="Rb875a8f03fcc40f5" /><Relationship Type="http://schemas.openxmlformats.org/officeDocument/2006/relationships/image" Target="/ppt/media/image11.png" Id="R5bf8dd412cb44f54" /><Relationship Type="http://schemas.openxmlformats.org/officeDocument/2006/relationships/notesSlide" Target="/ppt/notesSlides/notesSlide5.xml" Id="Rb0242befeb64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3d581d4e504a9e" /><Relationship Type="http://schemas.openxmlformats.org/officeDocument/2006/relationships/image" Target="/ppt/media/image.png" Id="Rd659b7fb8f064311" /><Relationship Type="http://schemas.openxmlformats.org/officeDocument/2006/relationships/notesSlide" Target="/ppt/notesSlides/notesSlide6.xml" Id="Rdef626de66e1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19047ec104732" /><Relationship Type="http://schemas.openxmlformats.org/officeDocument/2006/relationships/image" Target="/ppt/media/image.png" Id="R44287edeecf94670" /><Relationship Type="http://schemas.openxmlformats.org/officeDocument/2006/relationships/image" Target="/ppt/media/image12.png" Id="Rba1e663b20814f7c" /><Relationship Type="http://schemas.openxmlformats.org/officeDocument/2006/relationships/notesSlide" Target="/ppt/notesSlides/notesSlide7.xml" Id="Rcfcf4f6dd7cc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9b23bbdd5b4184" /><Relationship Type="http://schemas.openxmlformats.org/officeDocument/2006/relationships/image" Target="/ppt/media/image.png" Id="Rbd42dbda4d2a4e9c" /><Relationship Type="http://schemas.openxmlformats.org/officeDocument/2006/relationships/notesSlide" Target="/ppt/notesSlides/notesSlide8.xml" Id="R57c18bb3c51847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26596024d4b88" /><Relationship Type="http://schemas.openxmlformats.org/officeDocument/2006/relationships/image" Target="/ppt/media/image.png" Id="R9b66f8f7072643da" /><Relationship Type="http://schemas.openxmlformats.org/officeDocument/2006/relationships/image" Target="/ppt/media/image13.png" Id="Ra97e96e15cea4510" /><Relationship Type="http://schemas.openxmlformats.org/officeDocument/2006/relationships/notesSlide" Target="/ppt/notesSlides/notesSlide9.xml" Id="R3d7b992a022740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b881bb1fad45d5" /><Relationship Type="http://schemas.openxmlformats.org/officeDocument/2006/relationships/image" Target="/ppt/media/image.png" Id="R110c96bd5d64427b" /><Relationship Type="http://schemas.openxmlformats.org/officeDocument/2006/relationships/notesSlide" Target="/ppt/notesSlides/notesSlide10.xml" Id="R641317abf8464d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65630eacd4c42" /><Relationship Type="http://schemas.openxmlformats.org/officeDocument/2006/relationships/image" Target="/ppt/media/image.png" Id="R85d4d6570ba24f32" /><Relationship Type="http://schemas.openxmlformats.org/officeDocument/2006/relationships/image" Target="/ppt/media/image14.png" Id="Rfff5bd47cbbf49f6" /><Relationship Type="http://schemas.openxmlformats.org/officeDocument/2006/relationships/image" Target="/ppt/media/image15.png" Id="Rd51a7cfeeef44d8d" /><Relationship Type="http://schemas.openxmlformats.org/officeDocument/2006/relationships/notesSlide" Target="/ppt/notesSlides/notesSlide11.xml" Id="R4b3c1ad5b18f48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ca50bbc4241d0" /><Relationship Type="http://schemas.openxmlformats.org/officeDocument/2006/relationships/image" Target="/ppt/media/image16.png" Id="R0419e68e04f54df9" /><Relationship Type="http://schemas.openxmlformats.org/officeDocument/2006/relationships/notesSlide" Target="/ppt/notesSlides/notesSlide12.xml" Id="Rc59f5773f8ac43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8669758f941aa" /><Relationship Type="http://schemas.openxmlformats.org/officeDocument/2006/relationships/image" Target="/ppt/media/image.png" Id="R515ee22a9f784f48" /><Relationship Type="http://schemas.openxmlformats.org/officeDocument/2006/relationships/image" Target="/ppt/media/image17.png" Id="Rf478109403f54853" /><Relationship Type="http://schemas.openxmlformats.org/officeDocument/2006/relationships/image" Target="/ppt/media/image18.png" Id="R43fdce48caf84ef6" /><Relationship Type="http://schemas.openxmlformats.org/officeDocument/2006/relationships/notesSlide" Target="/ppt/notesSlides/notesSlide13.xml" Id="Rf2538a9d53e842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cb7c1eff24b6c" /><Relationship Type="http://schemas.openxmlformats.org/officeDocument/2006/relationships/image" Target="/ppt/media/image.png" Id="R7bf15bc051a849c9" /><Relationship Type="http://schemas.openxmlformats.org/officeDocument/2006/relationships/image" Target="/ppt/media/image19.png" Id="Rf0bdeef2b1e84752" /><Relationship Type="http://schemas.openxmlformats.org/officeDocument/2006/relationships/image" Target="/ppt/media/image20.png" Id="R7993486c9cd6464e" /><Relationship Type="http://schemas.openxmlformats.org/officeDocument/2006/relationships/image" Target="/ppt/media/image21.png" Id="Rd6bf99419e7d4e36" /><Relationship Type="http://schemas.openxmlformats.org/officeDocument/2006/relationships/notesSlide" Target="/ppt/notesSlides/notesSlide14.xml" Id="Rd007ae44381249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9ffed804441c7" /><Relationship Type="http://schemas.openxmlformats.org/officeDocument/2006/relationships/image" Target="/ppt/media/image22.png" Id="R548a3b9c7c2b454d" /><Relationship Type="http://schemas.openxmlformats.org/officeDocument/2006/relationships/image" Target="/ppt/media/image23.png" Id="R002fa5bce2a642ff" /><Relationship Type="http://schemas.openxmlformats.org/officeDocument/2006/relationships/image" Target="/ppt/media/image24.png" Id="R3f4dc157e6dd4a2e" /><Relationship Type="http://schemas.openxmlformats.org/officeDocument/2006/relationships/notesSlide" Target="/ppt/notesSlides/notesSlide15.xml" Id="Rd9850219f74142c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72cab7a4984414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328A5520-1F1D-45D8-AFC6-BCE0F09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321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8E72C57C-5469-4D15-8781-33102B65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908066" y="3195797"/>
            <a:ext cx="6858000" cy="46640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cxnSp>
        <p:nvCxn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A0A7AC64-199A-4F5E-938C-996592430C03}"/>
              </a:ext>
            </a:extLst>
          </p:cNvPr>
          <p:cNvCxnSpPr/>
          <p:nvPr/>
        </p:nvCxnSpPr>
        <p:spPr>
          <a:xfrm xmlns:a="http://schemas.openxmlformats.org/drawingml/2006/main" rot="5400000">
            <a:off x="4150420" y="34290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363D46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4B4E30AE-6E65-455D-9071-EE26B76CB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38beb448b24b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3467" y="643467"/>
            <a:ext cx="6243992" cy="5571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DBB26A90-69FB-4BFE-8FBC-83F8B9F9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75" y="1466600"/>
            <a:ext cx="4519500" cy="341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41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CODE ESCAPADE:</a:t>
            </a:r>
            <a:endParaRPr sz="41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Strategic Turn-Based Game Integrating Programming Logic and Tactical Combat</a:t>
            </a:r>
            <a:endParaRPr sz="75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8447ECDA-C150-4933-84DD-C662961E10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d33a826d4c6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788" y="1206477"/>
            <a:ext cx="7204601" cy="40525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38361505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f5ce150bfe84a0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4" name="Google Shape;144;p20">
            <a:extLst xmlns:a="http://schemas.openxmlformats.org/drawingml/2006/main">
              <a:ext uri="{FF2B5EF4-FFF2-40B4-BE49-F238E27FC236}">
                <a16:creationId xmlns:a16="http://schemas.microsoft.com/office/drawing/2014/main" id="{A9C7D346-C859-4279-868A-79AEE3658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f68c9d72d742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7490" y="1941994"/>
            <a:ext cx="5312026" cy="35324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5" name="Google Shape;145;p20">
            <a:extLst xmlns:a="http://schemas.openxmlformats.org/drawingml/2006/main">
              <a:ext uri="{FF2B5EF4-FFF2-40B4-BE49-F238E27FC236}">
                <a16:creationId xmlns:a16="http://schemas.microsoft.com/office/drawing/2014/main" id="{049CD956-3B67-4579-8997-0106858A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20" y="94663"/>
            <a:ext cx="8085868" cy="923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Rationale of the Project</a:t>
            </a:r>
            <a:endParaRPr sz="54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46" name="Google Shape;146;p20">
            <a:extLst xmlns:a="http://schemas.openxmlformats.org/drawingml/2006/main">
              <a:ext uri="{FF2B5EF4-FFF2-40B4-BE49-F238E27FC236}">
                <a16:creationId xmlns:a16="http://schemas.microsoft.com/office/drawing/2014/main" id="{F642F21E-B71F-447B-B292-A58CAF06A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cbabaeeee480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6300" y="2010200"/>
            <a:ext cx="5943173" cy="33960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33376495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b2a85833b42485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21">
            <a:extLst xmlns:a="http://schemas.openxmlformats.org/drawingml/2006/main">
              <a:ext uri="{FF2B5EF4-FFF2-40B4-BE49-F238E27FC236}">
                <a16:creationId xmlns:a16="http://schemas.microsoft.com/office/drawing/2014/main" id="{B23E6CA9-D119-47C4-86F3-5144F79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50" y="2352500"/>
            <a:ext cx="7400100" cy="8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6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Problems and Objectives</a:t>
            </a:r>
            <a:endParaRPr sz="5600" b="1" i="0" u="none" strike="noStrike" cap="none">
              <a:solidFill>
                <a:srgbClr val="B4E4CA"/>
              </a:solidFill>
              <a:latin typeface="Century Gothic"/>
              <a:ea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3995868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24967aa4b04413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2">
            <a:extLst xmlns:a="http://schemas.openxmlformats.org/drawingml/2006/main">
              <a:ext uri="{FF2B5EF4-FFF2-40B4-BE49-F238E27FC236}">
                <a16:creationId xmlns:a16="http://schemas.microsoft.com/office/drawing/2014/main" id="{D2F2B5D6-9590-4571-A5DB-46FE5DD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6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159" name="Google Shape;159;p22">
            <a:extLst xmlns:a="http://schemas.openxmlformats.org/drawingml/2006/main">
              <a:ext uri="{FF2B5EF4-FFF2-40B4-BE49-F238E27FC236}">
                <a16:creationId xmlns:a16="http://schemas.microsoft.com/office/drawing/2014/main" id="{558DF21E-D272-4280-9624-05EBF26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160" name="Google Shape;160;p22">
            <a:extLst xmlns:a="http://schemas.openxmlformats.org/drawingml/2006/main">
              <a:ext uri="{FF2B5EF4-FFF2-40B4-BE49-F238E27FC236}">
                <a16:creationId xmlns:a16="http://schemas.microsoft.com/office/drawing/2014/main" id="{1C4931C4-0B88-4B72-B7DA-83EFE20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cxnSp>
        <p:nvCxnSpPr>
          <p:cNvPr id="161" name="Google Shape;161;p22">
            <a:extLst xmlns:a="http://schemas.openxmlformats.org/drawingml/2006/main">
              <a:ext uri="{FF2B5EF4-FFF2-40B4-BE49-F238E27FC236}">
                <a16:creationId xmlns:a16="http://schemas.microsoft.com/office/drawing/2014/main" id="{107BE6B6-97CD-43FC-9818-28D539E3CFF1}"/>
              </a:ext>
            </a:extLst>
          </p:cNvPr>
          <p:cNvCxnSpPr/>
          <p:nvPr/>
        </p:nvCxnSpPr>
        <p:spPr>
          <a:xfrm xmlns:a="http://schemas.openxmlformats.org/drawingml/2006/main" rot="5400000">
            <a:off x="3819920" y="3490975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363D4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62" name="Google Shape;162;p22">
            <a:extLst xmlns:a="http://schemas.openxmlformats.org/drawingml/2006/main">
              <a:ext uri="{FF2B5EF4-FFF2-40B4-BE49-F238E27FC236}">
                <a16:creationId xmlns:a16="http://schemas.microsoft.com/office/drawing/2014/main" id="{B503A860-5108-4048-94EA-ADCF171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052" y="61974"/>
            <a:ext cx="32367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Problems</a:t>
            </a:r>
            <a:endParaRPr sz="5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63" name="Google Shape;163;p22">
            <a:extLst xmlns:a="http://schemas.openxmlformats.org/drawingml/2006/main">
              <a:ext uri="{FF2B5EF4-FFF2-40B4-BE49-F238E27FC236}">
                <a16:creationId xmlns:a16="http://schemas.microsoft.com/office/drawing/2014/main" id="{7F8D163B-6FC5-4D49-95A9-076EDFE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634" y="2967335"/>
            <a:ext cx="184731" cy="923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64" name="Google Shape;164;p22">
            <a:extLst xmlns:a="http://schemas.openxmlformats.org/drawingml/2006/main">
              <a:ext uri="{FF2B5EF4-FFF2-40B4-BE49-F238E27FC236}">
                <a16:creationId xmlns:a16="http://schemas.microsoft.com/office/drawing/2014/main" id="{5540B638-FA16-4679-8BF6-E3FC75110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2f44efb0f4e5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2725" y="1167125"/>
            <a:ext cx="2538499" cy="25384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65" name="Google Shape;165;p22">
            <a:extLst xmlns:a="http://schemas.openxmlformats.org/drawingml/2006/main">
              <a:ext uri="{FF2B5EF4-FFF2-40B4-BE49-F238E27FC236}">
                <a16:creationId xmlns:a16="http://schemas.microsoft.com/office/drawing/2014/main" id="{0BABA8B4-3D82-46BD-8E3D-A6E4565C28D9}"/>
              </a:ext>
            </a:extLst>
          </p:cNvPr>
          <p:cNvCxnSpPr/>
          <p:nvPr/>
        </p:nvCxnSpPr>
        <p:spPr>
          <a:xfrm xmlns:a="http://schemas.openxmlformats.org/drawingml/2006/main" rot="10800000" flipH="1">
            <a:off x="6377150" y="2853625"/>
            <a:ext cx="1321800" cy="368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2">
            <a:extLst xmlns:a="http://schemas.openxmlformats.org/drawingml/2006/main">
              <a:ext uri="{FF2B5EF4-FFF2-40B4-BE49-F238E27FC236}">
                <a16:creationId xmlns:a16="http://schemas.microsoft.com/office/drawing/2014/main" id="{AA3203DB-55D3-465F-AD43-D0B9922619C3}"/>
              </a:ext>
            </a:extLst>
          </p:cNvPr>
          <p:cNvCxnSpPr/>
          <p:nvPr/>
        </p:nvCxnSpPr>
        <p:spPr>
          <a:xfrm xmlns:a="http://schemas.openxmlformats.org/drawingml/2006/main" rot="10800000" flipH="1">
            <a:off x="6397850" y="2853625"/>
            <a:ext cx="1301100" cy="348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8" name="Google Shape;168;p22">
            <a:extLst xmlns:a="http://schemas.openxmlformats.org/drawingml/2006/main">
              <a:ext uri="{FF2B5EF4-FFF2-40B4-BE49-F238E27FC236}">
                <a16:creationId xmlns:a16="http://schemas.microsoft.com/office/drawing/2014/main" id="{0AD74B5F-9BD5-42BC-9CD5-CCB3E1FD1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1af7f1aa14d3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4675" y="1368312"/>
            <a:ext cx="2337324" cy="2337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9" name="Google Shape;169;p22">
            <a:extLst xmlns:a="http://schemas.openxmlformats.org/drawingml/2006/main">
              <a:ext uri="{FF2B5EF4-FFF2-40B4-BE49-F238E27FC236}">
                <a16:creationId xmlns:a16="http://schemas.microsoft.com/office/drawing/2014/main" id="{9884E574-4FFF-446E-BD8A-2B63F3CB58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a3971a4574c8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4925" y="1407050"/>
            <a:ext cx="3136350" cy="2483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0" name="Google Shape;170;p22">
            <a:extLst xmlns:a="http://schemas.openxmlformats.org/drawingml/2006/main">
              <a:ext uri="{FF2B5EF4-FFF2-40B4-BE49-F238E27FC236}">
                <a16:creationId xmlns:a16="http://schemas.microsoft.com/office/drawing/2014/main" id="{8497F1EC-33B4-4089-A456-A61FC81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600" y="4131413"/>
            <a:ext cx="3418800" cy="4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Imbalance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1" name="Google Shape;171;p22">
            <a:extLst xmlns:a="http://schemas.openxmlformats.org/drawingml/2006/main">
              <a:ext uri="{FF2B5EF4-FFF2-40B4-BE49-F238E27FC236}">
                <a16:creationId xmlns:a16="http://schemas.microsoft.com/office/drawing/2014/main" id="{EFCD68BA-C546-489D-BD79-7673036E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6575" y="4110725"/>
            <a:ext cx="4483200" cy="5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lt1"/>
                </a:solidFill>
              </a:rPr>
              <a:t>Static Learning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2" name="Google Shape;172;p22">
            <a:extLst xmlns:a="http://schemas.openxmlformats.org/drawingml/2006/main">
              <a:ext uri="{FF2B5EF4-FFF2-40B4-BE49-F238E27FC236}">
                <a16:creationId xmlns:a16="http://schemas.microsoft.com/office/drawing/2014/main" id="{9970068B-01E1-4DE0-814D-5E4E35C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850" y="4110725"/>
            <a:ext cx="4565100" cy="5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Engagement</a:t>
            </a:r>
            <a:endParaRPr sz="3600" b="1">
              <a:solidFill>
                <a:schemeClr val="lt1"/>
              </a:solidFill>
            </a:endParaRPr>
          </a:p>
          <a:p xmlns:a="http://schemas.openxmlformats.org/drawingml/2006/main">
            <a:pPr marL="914400" lvl="0" indent="45720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 Gap </a:t>
            </a:r>
            <a:endParaRPr sz="32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9DAE656C-7AB2-46DF-A8A1-FFAC529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229400" y="3236100"/>
            <a:ext cx="6858000" cy="385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7F840C82-D4FA-4D7A-B3AE-0323968F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8588450" y="3227250"/>
            <a:ext cx="6858000" cy="40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5" name="Google Shape;175;p22">
            <a:extLst xmlns:a="http://schemas.openxmlformats.org/drawingml/2006/main">
              <a:ext uri="{FF2B5EF4-FFF2-40B4-BE49-F238E27FC236}">
                <a16:creationId xmlns:a16="http://schemas.microsoft.com/office/drawing/2014/main" id="{ADF52FCE-873A-40F0-B467-91F319B6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446900" y="3230100"/>
            <a:ext cx="6858000" cy="397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6" name="Google Shape;176;p22">
            <a:extLst xmlns:a="http://schemas.openxmlformats.org/drawingml/2006/main">
              <a:ext uri="{FF2B5EF4-FFF2-40B4-BE49-F238E27FC236}">
                <a16:creationId xmlns:a16="http://schemas.microsoft.com/office/drawing/2014/main" id="{4D9E2884-5289-4137-A109-7E912220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84151" y="3231900"/>
            <a:ext cx="6858000" cy="394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7" name="Google Shape;177;p22">
            <a:extLst xmlns:a="http://schemas.openxmlformats.org/drawingml/2006/main">
              <a:ext uri="{FF2B5EF4-FFF2-40B4-BE49-F238E27FC236}">
                <a16:creationId xmlns:a16="http://schemas.microsoft.com/office/drawing/2014/main" id="{D95ED4B6-D8C4-459C-A0D8-ED438BE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4492278" y="3209700"/>
            <a:ext cx="6858000" cy="43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8" name="Google Shape;178;p22">
            <a:extLst xmlns:a="http://schemas.openxmlformats.org/drawingml/2006/main">
              <a:ext uri="{FF2B5EF4-FFF2-40B4-BE49-F238E27FC236}">
                <a16:creationId xmlns:a16="http://schemas.microsoft.com/office/drawing/2014/main" id="{3AB0EF62-DBFD-47D1-BD7C-805D110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864132" y="3211650"/>
            <a:ext cx="6858000" cy="434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17286868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9c18340d6af430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23">
            <a:extLst xmlns:a="http://schemas.openxmlformats.org/drawingml/2006/main">
              <a:ext uri="{FF2B5EF4-FFF2-40B4-BE49-F238E27FC236}">
                <a16:creationId xmlns:a16="http://schemas.microsoft.com/office/drawing/2014/main" id="{5FA0455B-FCCE-4ED8-AA77-74E1E0E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6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185" name="Google Shape;185;p23">
            <a:extLst xmlns:a="http://schemas.openxmlformats.org/drawingml/2006/main">
              <a:ext uri="{FF2B5EF4-FFF2-40B4-BE49-F238E27FC236}">
                <a16:creationId xmlns:a16="http://schemas.microsoft.com/office/drawing/2014/main" id="{36880AB2-7476-4E28-96A9-DB56A03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186" name="Google Shape;186;p23">
            <a:extLst xmlns:a="http://schemas.openxmlformats.org/drawingml/2006/main">
              <a:ext uri="{FF2B5EF4-FFF2-40B4-BE49-F238E27FC236}">
                <a16:creationId xmlns:a16="http://schemas.microsoft.com/office/drawing/2014/main" id="{F0B92A91-25F6-45F6-A67D-C89E44DB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50" y="0"/>
            <a:ext cx="331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cxnSp>
        <p:nvCxnSpPr>
          <p:cNvPr id="187" name="Google Shape;187;p23">
            <a:extLst xmlns:a="http://schemas.openxmlformats.org/drawingml/2006/main">
              <a:ext uri="{FF2B5EF4-FFF2-40B4-BE49-F238E27FC236}">
                <a16:creationId xmlns:a16="http://schemas.microsoft.com/office/drawing/2014/main" id="{B84E40E0-64D1-4FED-8AB3-EA02D986678F}"/>
              </a:ext>
            </a:extLst>
          </p:cNvPr>
          <p:cNvCxnSpPr/>
          <p:nvPr/>
        </p:nvCxnSpPr>
        <p:spPr>
          <a:xfrm xmlns:a="http://schemas.openxmlformats.org/drawingml/2006/main" rot="5400000">
            <a:off x="3819920" y="3490975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363D4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88" name="Google Shape;188;p23">
            <a:extLst xmlns:a="http://schemas.openxmlformats.org/drawingml/2006/main">
              <a:ext uri="{FF2B5EF4-FFF2-40B4-BE49-F238E27FC236}">
                <a16:creationId xmlns:a16="http://schemas.microsoft.com/office/drawing/2014/main" id="{B5E30CEA-619C-42CA-90DA-FC6A2B2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634" y="2967335"/>
            <a:ext cx="1848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cxnSp>
        <p:nvCxnSpPr>
          <p:cNvPr id="189" name="Google Shape;189;p23">
            <a:extLst xmlns:a="http://schemas.openxmlformats.org/drawingml/2006/main">
              <a:ext uri="{FF2B5EF4-FFF2-40B4-BE49-F238E27FC236}">
                <a16:creationId xmlns:a16="http://schemas.microsoft.com/office/drawing/2014/main" id="{26EF1182-B1BA-4BF5-BC38-A84FF598BF5D}"/>
              </a:ext>
            </a:extLst>
          </p:cNvPr>
          <p:cNvCxnSpPr/>
          <p:nvPr/>
        </p:nvCxnSpPr>
        <p:spPr>
          <a:xfrm xmlns:a="http://schemas.openxmlformats.org/drawingml/2006/main" rot="10800000" flipH="1">
            <a:off x="6377150" y="2853625"/>
            <a:ext cx="1321800" cy="368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3">
            <a:extLst xmlns:a="http://schemas.openxmlformats.org/drawingml/2006/main">
              <a:ext uri="{FF2B5EF4-FFF2-40B4-BE49-F238E27FC236}">
                <a16:creationId xmlns:a16="http://schemas.microsoft.com/office/drawing/2014/main" id="{DAB4AE2E-8D49-43B0-91DF-55F858AB332F}"/>
              </a:ext>
            </a:extLst>
          </p:cNvPr>
          <p:cNvCxnSpPr/>
          <p:nvPr/>
        </p:nvCxnSpPr>
        <p:spPr>
          <a:xfrm xmlns:a="http://schemas.openxmlformats.org/drawingml/2006/main" rot="10800000" flipH="1">
            <a:off x="6397850" y="2853625"/>
            <a:ext cx="1301100" cy="348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192;p23">
            <a:extLst xmlns:a="http://schemas.openxmlformats.org/drawingml/2006/main">
              <a:ext uri="{FF2B5EF4-FFF2-40B4-BE49-F238E27FC236}">
                <a16:creationId xmlns:a16="http://schemas.microsoft.com/office/drawing/2014/main" id="{79875B85-04DA-4F8A-8BB8-237ADCE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229400" y="3236100"/>
            <a:ext cx="6858000" cy="385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93" name="Google Shape;193;p23">
            <a:extLst xmlns:a="http://schemas.openxmlformats.org/drawingml/2006/main">
              <a:ext uri="{FF2B5EF4-FFF2-40B4-BE49-F238E27FC236}">
                <a16:creationId xmlns:a16="http://schemas.microsoft.com/office/drawing/2014/main" id="{41BA57B4-561A-4AD4-8C42-AB0B221E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8588450" y="3227250"/>
            <a:ext cx="6858000" cy="40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94" name="Google Shape;194;p23">
            <a:extLst xmlns:a="http://schemas.openxmlformats.org/drawingml/2006/main">
              <a:ext uri="{FF2B5EF4-FFF2-40B4-BE49-F238E27FC236}">
                <a16:creationId xmlns:a16="http://schemas.microsoft.com/office/drawing/2014/main" id="{3E6BE9B9-F6AA-4EF4-9401-58E44F29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446900" y="3230100"/>
            <a:ext cx="6858000" cy="397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95" name="Google Shape;195;p23">
            <a:extLst xmlns:a="http://schemas.openxmlformats.org/drawingml/2006/main">
              <a:ext uri="{FF2B5EF4-FFF2-40B4-BE49-F238E27FC236}">
                <a16:creationId xmlns:a16="http://schemas.microsoft.com/office/drawing/2014/main" id="{06A96C57-E6DC-4AA4-BE65-4293B65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84151" y="3231900"/>
            <a:ext cx="6858000" cy="394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96" name="Google Shape;196;p23">
            <a:extLst xmlns:a="http://schemas.openxmlformats.org/drawingml/2006/main">
              <a:ext uri="{FF2B5EF4-FFF2-40B4-BE49-F238E27FC236}">
                <a16:creationId xmlns:a16="http://schemas.microsoft.com/office/drawing/2014/main" id="{4B4107A5-6E94-487C-AA79-28738DC3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4492278" y="3209700"/>
            <a:ext cx="6858000" cy="43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97" name="Google Shape;197;p23">
            <a:extLst xmlns:a="http://schemas.openxmlformats.org/drawingml/2006/main">
              <a:ext uri="{FF2B5EF4-FFF2-40B4-BE49-F238E27FC236}">
                <a16:creationId xmlns:a16="http://schemas.microsoft.com/office/drawing/2014/main" id="{A3AE36D7-0EED-45F9-9D85-F74696FB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864132" y="3211650"/>
            <a:ext cx="6858000" cy="434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8" name="Google Shape;198;p23">
            <a:extLst xmlns:a="http://schemas.openxmlformats.org/drawingml/2006/main">
              <a:ext uri="{FF2B5EF4-FFF2-40B4-BE49-F238E27FC236}">
                <a16:creationId xmlns:a16="http://schemas.microsoft.com/office/drawing/2014/main" id="{ACEF0CBA-F3CC-43CF-9C75-7999B2CBD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a176fdbf8d47b2">
            <a:alphaModFix/>
          </a:blip>
          <a:srcRect xmlns:a="http://schemas.openxmlformats.org/drawingml/2006/main" l="4090" t="5180" r="-4090" b="-5180"/>
          <a:stretch xmlns:a="http://schemas.openxmlformats.org/drawingml/2006/main"/>
        </p:blipFill>
        <p:spPr>
          <a:xfrm xmlns:a="http://schemas.openxmlformats.org/drawingml/2006/main">
            <a:off x="587550" y="999663"/>
            <a:ext cx="3093899" cy="3298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9" name="Google Shape;199;p23">
            <a:extLst xmlns:a="http://schemas.openxmlformats.org/drawingml/2006/main">
              <a:ext uri="{FF2B5EF4-FFF2-40B4-BE49-F238E27FC236}">
                <a16:creationId xmlns:a16="http://schemas.microsoft.com/office/drawing/2014/main" id="{84FE0337-46EC-4638-AF64-CAB616DA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88" y="4036275"/>
            <a:ext cx="26535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Gamified  Logic</a:t>
            </a:r>
            <a:endParaRPr sz="3600" b="1">
              <a:solidFill>
                <a:schemeClr val="lt1"/>
              </a:solidFill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200" name="Google Shape;200;p23">
            <a:extLst xmlns:a="http://schemas.openxmlformats.org/drawingml/2006/main">
              <a:ext uri="{FF2B5EF4-FFF2-40B4-BE49-F238E27FC236}">
                <a16:creationId xmlns:a16="http://schemas.microsoft.com/office/drawing/2014/main" id="{6DE64CAA-9144-4709-87FD-525BE9C24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75a8f03fcc40f5">
            <a:alphaModFix/>
          </a:blip>
          <a:srcRect xmlns:a="http://schemas.openxmlformats.org/drawingml/2006/main" l="0" t="-3278" r="0" b="14916"/>
          <a:stretch xmlns:a="http://schemas.openxmlformats.org/drawingml/2006/main"/>
        </p:blipFill>
        <p:spPr>
          <a:xfrm xmlns:a="http://schemas.openxmlformats.org/drawingml/2006/main">
            <a:off x="4529588" y="861413"/>
            <a:ext cx="3053025" cy="290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1" name="Google Shape;201;p23">
            <a:extLst xmlns:a="http://schemas.openxmlformats.org/drawingml/2006/main">
              <a:ext uri="{FF2B5EF4-FFF2-40B4-BE49-F238E27FC236}">
                <a16:creationId xmlns:a16="http://schemas.microsoft.com/office/drawing/2014/main" id="{AC59727F-3BF1-4EE0-9E3B-217C47A5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25" y="4036275"/>
            <a:ext cx="28023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Instant Feedback</a:t>
            </a:r>
            <a:endParaRPr sz="3600" b="1">
              <a:solidFill>
                <a:schemeClr val="lt1"/>
              </a:solidFill>
            </a:endParaRPr>
          </a:p>
          <a:p xmlns:a="http://schemas.openxmlformats.org/drawingml/2006/main">
            <a:pPr marL="4572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202" name="Google Shape;202;p23">
            <a:extLst xmlns:a="http://schemas.openxmlformats.org/drawingml/2006/main">
              <a:ext uri="{FF2B5EF4-FFF2-40B4-BE49-F238E27FC236}">
                <a16:creationId xmlns:a16="http://schemas.microsoft.com/office/drawing/2014/main" id="{10684DA5-F0B9-4572-A50D-6434C7BD2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8dd412cb44f5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137" y="861425"/>
            <a:ext cx="3093899" cy="3298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3">
            <a:extLst xmlns:a="http://schemas.openxmlformats.org/drawingml/2006/main">
              <a:ext uri="{FF2B5EF4-FFF2-40B4-BE49-F238E27FC236}">
                <a16:creationId xmlns:a16="http://schemas.microsoft.com/office/drawing/2014/main" id="{549BDF64-4976-4F29-9CD5-3191BEA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563" y="4036275"/>
            <a:ext cx="346920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lt1"/>
                </a:solidFill>
              </a:rPr>
              <a:t>Adaptive Progression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4" name="Google Shape;204;p23">
            <a:extLst xmlns:a="http://schemas.openxmlformats.org/drawingml/2006/main">
              <a:ext uri="{FF2B5EF4-FFF2-40B4-BE49-F238E27FC236}">
                <a16:creationId xmlns:a16="http://schemas.microsoft.com/office/drawing/2014/main" id="{6CE38408-D375-4C4D-918B-95A314B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150" y="118900"/>
            <a:ext cx="36783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Objectives</a:t>
            </a:r>
            <a:endParaRPr sz="51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7506906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659b7fb8f06431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A627AD4D-FC2D-415C-89F6-5FDA4CED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200" y="2805600"/>
            <a:ext cx="8169600" cy="124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50" b="1">
                <a:solidFill>
                  <a:srgbClr val="FFFFFF"/>
                </a:solidFill>
              </a:rPr>
              <a:t>Description of methods to be used to </a:t>
            </a:r>
            <a:endParaRPr sz="3450" b="1">
              <a:solidFill>
                <a:srgbClr val="FFFFFF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50" b="1">
                <a:solidFill>
                  <a:srgbClr val="FFFFFF"/>
                </a:solidFill>
              </a:rPr>
              <a:t>develop the solution to the problem</a:t>
            </a:r>
            <a:endParaRPr sz="3700" b="1"/>
          </a:p>
        </p:txBody>
      </p:sp>
    </p:spTree>
    <p:extLst>
      <p:ext uri="{BB962C8B-B14F-4D97-AF65-F5344CB8AC3E}">
        <p14:creationId xmlns:p14="http://schemas.microsoft.com/office/powerpoint/2010/main" val="132643598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4287edeecf9467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Google Shape;216;p25">
            <a:extLst xmlns:a="http://schemas.openxmlformats.org/drawingml/2006/main">
              <a:ext uri="{FF2B5EF4-FFF2-40B4-BE49-F238E27FC236}">
                <a16:creationId xmlns:a16="http://schemas.microsoft.com/office/drawing/2014/main" id="{7FF791E2-C9A1-4563-ADEB-420F219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38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17" name="Google Shape;217;p25">
            <a:extLst xmlns:a="http://schemas.openxmlformats.org/drawingml/2006/main">
              <a:ext uri="{FF2B5EF4-FFF2-40B4-BE49-F238E27FC236}">
                <a16:creationId xmlns:a16="http://schemas.microsoft.com/office/drawing/2014/main" id="{6A645944-4835-42CC-B232-46A9994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400" y="-43025"/>
            <a:ext cx="5253600" cy="68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Our project uses the </a:t>
            </a:r>
            <a:r>
              <a:rPr sz="22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Agile Development Methodology.</a:t>
            </a:r>
            <a:endParaRPr sz="22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Requirements</a:t>
            </a: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 - Identify system features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Design - Plan game structure and interface 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Development - Build using Unity and C#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Testing - Fix errors and verify functionality  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Deployment - Release the prototype 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3683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entury Gothic"/>
              <a:buChar char="●"/>
            </a:pPr>
            <a:r>
              <a:rPr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Review - Collect feedback for improvement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218" name="Google Shape;218;p25">
            <a:extLst xmlns:a="http://schemas.openxmlformats.org/drawingml/2006/main">
              <a:ext uri="{FF2B5EF4-FFF2-40B4-BE49-F238E27FC236}">
                <a16:creationId xmlns:a16="http://schemas.microsoft.com/office/drawing/2014/main" id="{ABDFF722-2206-450B-8823-C0E4DDEE6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1e663b20814f7c">
            <a:alphaModFix/>
          </a:blip>
          <a:srcRect xmlns:a="http://schemas.openxmlformats.org/drawingml/2006/main" l="20027" t="11083" r="18332" b="11090"/>
          <a:stretch xmlns:a="http://schemas.openxmlformats.org/drawingml/2006/main"/>
        </p:blipFill>
        <p:spPr>
          <a:xfrm xmlns:a="http://schemas.openxmlformats.org/drawingml/2006/main">
            <a:off x="99050" y="873225"/>
            <a:ext cx="6552375" cy="4817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9" name="Google Shape;219;p25">
            <a:extLst xmlns:a="http://schemas.openxmlformats.org/drawingml/2006/main">
              <a:ext uri="{FF2B5EF4-FFF2-40B4-BE49-F238E27FC236}">
                <a16:creationId xmlns:a16="http://schemas.microsoft.com/office/drawing/2014/main" id="{D737F74C-5A61-4F18-8BF9-00B1235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274475" y="3242700"/>
            <a:ext cx="6858000" cy="372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63D46">
                  <a:alpha val="0"/>
                </a:srgbClr>
              </a:gs>
              <a:gs pos="100000">
                <a:srgbClr val="282D34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3564900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d42dbda4d2a4e9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26">
            <a:extLst xmlns:a="http://schemas.openxmlformats.org/drawingml/2006/main">
              <a:ext uri="{FF2B5EF4-FFF2-40B4-BE49-F238E27FC236}">
                <a16:creationId xmlns:a16="http://schemas.microsoft.com/office/drawing/2014/main" id="{C36CECD8-60AD-4F7C-AB68-CB9734D0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200" y="2805600"/>
            <a:ext cx="8169600" cy="14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950" b="1">
                <a:solidFill>
                  <a:srgbClr val="FFFFFF"/>
                </a:solidFill>
              </a:rPr>
              <a:t>Calendar of Activities</a:t>
            </a:r>
            <a:endParaRPr sz="4950" b="1">
              <a:solidFill>
                <a:srgbClr val="FFFFFF"/>
              </a:solidFill>
            </a:endParaRPr>
          </a:p>
          <a:p xmlns:a="http://schemas.openxmlformats.org/drawingml/2006/main"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983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b66f8f7072643d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27">
            <a:extLst xmlns:a="http://schemas.openxmlformats.org/drawingml/2006/main">
              <a:ext uri="{FF2B5EF4-FFF2-40B4-BE49-F238E27FC236}">
                <a16:creationId xmlns:a16="http://schemas.microsoft.com/office/drawing/2014/main" id="{4E644635-9FC8-470A-9F50-9C722C1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550" y="107750"/>
            <a:ext cx="3576000" cy="6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GANTT CHART</a:t>
            </a:r>
            <a:endParaRPr sz="25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232" name="Google Shape;232;p27">
            <a:extLst xmlns:a="http://schemas.openxmlformats.org/drawingml/2006/main">
              <a:ext uri="{FF2B5EF4-FFF2-40B4-BE49-F238E27FC236}">
                <a16:creationId xmlns:a16="http://schemas.microsoft.com/office/drawing/2014/main" id="{3BC4FA1D-9B09-452F-BFAB-CF8BF9288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e96e15cea45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481" y="783650"/>
            <a:ext cx="11313044" cy="5490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0647069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10c96bd5d64427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28">
            <a:extLst xmlns:a="http://schemas.openxmlformats.org/drawingml/2006/main">
              <a:ext uri="{FF2B5EF4-FFF2-40B4-BE49-F238E27FC236}">
                <a16:creationId xmlns:a16="http://schemas.microsoft.com/office/drawing/2014/main" id="{A049891A-1B12-4EB3-8237-4D530AA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0" y="64850"/>
            <a:ext cx="12011700" cy="73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1-2 - Finalize research title and draft Chapter 1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3-4 - Gather related literature and refine project concept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5-6 - Write Chapter 2 and analyze related studies 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7-8 - Develop Chapter 3 and prepare research methodology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9 - Conduct proposal defense and gather panel feedback 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10 - Revise Chapters 1-3 and begin system design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 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11- Refind Chapter 3 and finalize System design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9144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-40005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Char char="●"/>
            </a:pPr>
            <a:r>
              <a:rPr sz="2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Week 12 - Created UX/UI design in figma</a:t>
            </a:r>
            <a:endParaRPr sz="27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b="1">
              <a:solidFill>
                <a:schemeClr val="lt1"/>
              </a:solidFill>
              <a:highlight>
                <a:schemeClr val="lt1"/>
              </a:highlight>
              <a:latin typeface="Century Gothic"/>
              <a:ea typeface="Century Gothic"/>
              <a:cs typeface="Century Gothic"/>
            </a:endParaRPr>
          </a:p>
          <a:p xmlns:a="http://schemas.openxmlformats.org/drawingml/2006/main"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129484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5d4d6570ba24f3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Google Shape;244;p29">
            <a:extLst xmlns:a="http://schemas.openxmlformats.org/drawingml/2006/main">
              <a:ext uri="{FF2B5EF4-FFF2-40B4-BE49-F238E27FC236}">
                <a16:creationId xmlns:a16="http://schemas.microsoft.com/office/drawing/2014/main" id="{B428F26C-FCE9-4DC8-89AF-188D2BA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200" y="238050"/>
            <a:ext cx="3987600" cy="78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900" b="1">
                <a:solidFill>
                  <a:schemeClr val="lt1"/>
                </a:solidFill>
              </a:rPr>
              <a:t>Sample Design</a:t>
            </a:r>
            <a:endParaRPr sz="3900" b="1">
              <a:solidFill>
                <a:schemeClr val="lt1"/>
              </a:solidFill>
            </a:endParaRPr>
          </a:p>
        </p:txBody>
      </p:sp>
      <p:sp>
        <p:nvSpPr>
          <p:cNvPr id="245" name="Google Shape;245;p29">
            <a:extLst xmlns:a="http://schemas.openxmlformats.org/drawingml/2006/main">
              <a:ext uri="{FF2B5EF4-FFF2-40B4-BE49-F238E27FC236}">
                <a16:creationId xmlns:a16="http://schemas.microsoft.com/office/drawing/2014/main" id="{A188FEE7-3A81-4ABF-AB5A-55A3383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950" y="1521800"/>
            <a:ext cx="25707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Main Menu: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46" name="Google Shape;246;p29">
            <a:extLst xmlns:a="http://schemas.openxmlformats.org/drawingml/2006/main">
              <a:ext uri="{FF2B5EF4-FFF2-40B4-BE49-F238E27FC236}">
                <a16:creationId xmlns:a16="http://schemas.microsoft.com/office/drawing/2014/main" id="{D5BD401F-6BD7-4BCA-8A6A-4B39BEF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550" y="1521800"/>
            <a:ext cx="41046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World Exploration: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247" name="Google Shape;247;p29">
            <a:extLst xmlns:a="http://schemas.openxmlformats.org/drawingml/2006/main">
              <a:ext uri="{FF2B5EF4-FFF2-40B4-BE49-F238E27FC236}">
                <a16:creationId xmlns:a16="http://schemas.microsoft.com/office/drawing/2014/main" id="{4EF4CE87-197C-4C25-A6B2-37018B0D2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5bd47cbbf49f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575" y="2660008"/>
            <a:ext cx="5641925" cy="31735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8" name="Google Shape;248;p29">
            <a:extLst xmlns:a="http://schemas.openxmlformats.org/drawingml/2006/main">
              <a:ext uri="{FF2B5EF4-FFF2-40B4-BE49-F238E27FC236}">
                <a16:creationId xmlns:a16="http://schemas.microsoft.com/office/drawing/2014/main" id="{108581AE-088D-4C34-9F63-77B46B10B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a7cfeeef44d8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4179" y="2591185"/>
            <a:ext cx="5297971" cy="33112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092487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Google Shape;254;p30">
            <a:extLst xmlns:a="http://schemas.openxmlformats.org/drawingml/2006/main">
              <a:ext uri="{FF2B5EF4-FFF2-40B4-BE49-F238E27FC236}">
                <a16:creationId xmlns:a16="http://schemas.microsoft.com/office/drawing/2014/main" id="{575B0D59-A4B5-46B0-8972-95F71EBE62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46525" y="0"/>
            <a:ext cx="5106900" cy="10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>
                <a:solidFill>
                  <a:schemeClr val="lt1"/>
                </a:solidFill>
              </a:rPr>
              <a:t>Settings Interface</a:t>
            </a:r>
            <a:endParaRPr sz="3500">
              <a:solidFill>
                <a:schemeClr val="lt1"/>
              </a:solidFill>
            </a:endParaRPr>
          </a:p>
        </p:txBody>
      </p:sp>
      <p:pic>
        <p:nvPicPr>
          <p:cNvPr id="255" name="Google Shape;255;p30">
            <a:extLst xmlns:a="http://schemas.openxmlformats.org/drawingml/2006/main">
              <a:ext uri="{FF2B5EF4-FFF2-40B4-BE49-F238E27FC236}">
                <a16:creationId xmlns:a16="http://schemas.microsoft.com/office/drawing/2014/main" id="{E4F03FA0-EE06-45F5-93CB-C3B4267D0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9e68e04f54df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657350"/>
            <a:ext cx="7620000" cy="428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99915302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15ee22a9f784f4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Google Shape;261;p31">
            <a:extLst xmlns:a="http://schemas.openxmlformats.org/drawingml/2006/main">
              <a:ext uri="{FF2B5EF4-FFF2-40B4-BE49-F238E27FC236}">
                <a16:creationId xmlns:a16="http://schemas.microsoft.com/office/drawing/2014/main" id="{A0E010E3-F7BE-4AD3-AA37-B162F2D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000" y="228775"/>
            <a:ext cx="39876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 b="1">
              <a:solidFill>
                <a:schemeClr val="lt1"/>
              </a:solidFill>
            </a:endParaRPr>
          </a:p>
        </p:txBody>
      </p:sp>
      <p:sp>
        <p:nvSpPr>
          <p:cNvPr id="262" name="Google Shape;262;p31">
            <a:extLst xmlns:a="http://schemas.openxmlformats.org/drawingml/2006/main">
              <a:ext uri="{FF2B5EF4-FFF2-40B4-BE49-F238E27FC236}">
                <a16:creationId xmlns:a16="http://schemas.microsoft.com/office/drawing/2014/main" id="{5B84C39B-43C2-412B-BDE9-E0258239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75" y="1143900"/>
            <a:ext cx="34866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User Interface: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63" name="Google Shape;263;p31">
            <a:extLst xmlns:a="http://schemas.openxmlformats.org/drawingml/2006/main">
              <a:ext uri="{FF2B5EF4-FFF2-40B4-BE49-F238E27FC236}">
                <a16:creationId xmlns:a16="http://schemas.microsoft.com/office/drawing/2014/main" id="{59A18C26-0D94-492A-9E5A-F66C6650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925" y="1143900"/>
            <a:ext cx="36075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Character Selection: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264" name="Google Shape;264;p31">
            <a:extLst xmlns:a="http://schemas.openxmlformats.org/drawingml/2006/main">
              <a:ext uri="{FF2B5EF4-FFF2-40B4-BE49-F238E27FC236}">
                <a16:creationId xmlns:a16="http://schemas.microsoft.com/office/drawing/2014/main" id="{266E986D-26E3-4997-865B-BC4165A12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8109403f5485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938" y="2022564"/>
            <a:ext cx="5157074" cy="32231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65;p31">
            <a:extLst xmlns:a="http://schemas.openxmlformats.org/drawingml/2006/main">
              <a:ext uri="{FF2B5EF4-FFF2-40B4-BE49-F238E27FC236}">
                <a16:creationId xmlns:a16="http://schemas.microsoft.com/office/drawing/2014/main" id="{A7D89C90-04EC-4086-8E37-E0F4C4FF1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dce48caf84ef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9150" y="2291417"/>
            <a:ext cx="5157048" cy="29008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50641032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bf15bc051a849c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Google Shape;271;p32">
            <a:extLst xmlns:a="http://schemas.openxmlformats.org/drawingml/2006/main">
              <a:ext uri="{FF2B5EF4-FFF2-40B4-BE49-F238E27FC236}">
                <a16:creationId xmlns:a16="http://schemas.microsoft.com/office/drawing/2014/main" id="{225C02CF-16C2-4B90-B4B7-359D7F79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525" y="238050"/>
            <a:ext cx="39876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 b="1">
              <a:solidFill>
                <a:schemeClr val="lt1"/>
              </a:solidFill>
            </a:endParaRPr>
          </a:p>
        </p:txBody>
      </p:sp>
      <p:sp>
        <p:nvSpPr>
          <p:cNvPr id="272" name="Google Shape;272;p32">
            <a:extLst xmlns:a="http://schemas.openxmlformats.org/drawingml/2006/main">
              <a:ext uri="{FF2B5EF4-FFF2-40B4-BE49-F238E27FC236}">
                <a16:creationId xmlns:a16="http://schemas.microsoft.com/office/drawing/2014/main" id="{3D751686-7B58-40F7-9885-739967E4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975" y="0"/>
            <a:ext cx="33363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Battle Interface: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73" name="Google Shape;273;p32">
            <a:extLst xmlns:a="http://schemas.openxmlformats.org/drawingml/2006/main">
              <a:ext uri="{FF2B5EF4-FFF2-40B4-BE49-F238E27FC236}">
                <a16:creationId xmlns:a16="http://schemas.microsoft.com/office/drawing/2014/main" id="{4F232196-E996-495A-900F-F37F6AB1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13" y="4864000"/>
            <a:ext cx="2850900" cy="51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Setting Interface:</a:t>
            </a:r>
            <a:endParaRPr sz="2400" b="1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274" name="Google Shape;274;p32">
            <a:extLst xmlns:a="http://schemas.openxmlformats.org/drawingml/2006/main">
              <a:ext uri="{FF2B5EF4-FFF2-40B4-BE49-F238E27FC236}">
                <a16:creationId xmlns:a16="http://schemas.microsoft.com/office/drawing/2014/main" id="{D4B88766-078E-48D4-B72F-C54C238CC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deef2b1e8475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1421" y="865979"/>
            <a:ext cx="5038629" cy="28792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5" name="Google Shape;275;p32">
            <a:extLst xmlns:a="http://schemas.openxmlformats.org/drawingml/2006/main">
              <a:ext uri="{FF2B5EF4-FFF2-40B4-BE49-F238E27FC236}">
                <a16:creationId xmlns:a16="http://schemas.microsoft.com/office/drawing/2014/main" id="{CD4E48B3-7EBC-4C54-9212-E302703BA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486c9cd6464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675" y="907644"/>
            <a:ext cx="4836699" cy="27638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6" name="Google Shape;276;p32">
            <a:extLst xmlns:a="http://schemas.openxmlformats.org/drawingml/2006/main">
              <a:ext uri="{FF2B5EF4-FFF2-40B4-BE49-F238E27FC236}">
                <a16:creationId xmlns:a16="http://schemas.microsoft.com/office/drawing/2014/main" id="{8C99D06B-871C-4B2E-A948-4E34E6735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f99419e7d4e3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1900" y="4293806"/>
            <a:ext cx="3856024" cy="21690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17612299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48a3b9c7c2b454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Google Shape;282;p33">
            <a:extLst xmlns:a="http://schemas.openxmlformats.org/drawingml/2006/main">
              <a:ext uri="{FF2B5EF4-FFF2-40B4-BE49-F238E27FC236}">
                <a16:creationId xmlns:a16="http://schemas.microsoft.com/office/drawing/2014/main" id="{48861AFD-F262-4A37-BAC7-7714E5FC4B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339787" y="180251"/>
            <a:ext cx="8676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00"/>
              <a:buFont typeface="Century Gothic"/>
              <a:buNone/>
            </a:pPr>
            <a:r>
              <a:rPr sz="11700" b="1"/>
              <a:t>THANK </a:t>
            </a:r>
            <a:br>
              <a:rPr sz="11700" b="1"/>
            </a:br>
            <a:r>
              <a:rPr sz="11700">
                <a:solidFill>
                  <a:schemeClr val="lt1"/>
                </a:solidFill>
              </a:rPr>
              <a:t>YOU</a:t>
            </a:r>
            <a:endParaRPr/>
          </a:p>
        </p:txBody>
      </p:sp>
      <p:pic>
        <p:nvPicPr>
          <p:cNvPr id="283" name="Google Shape;283;p33">
            <a:extLst xmlns:a="http://schemas.openxmlformats.org/drawingml/2006/main">
              <a:ext uri="{FF2B5EF4-FFF2-40B4-BE49-F238E27FC236}">
                <a16:creationId xmlns:a16="http://schemas.microsoft.com/office/drawing/2014/main" id="{5AF5C4A8-D6CD-4404-9619-7760C14BE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fa5bce2a642f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9102" flipH="1">
            <a:off x="1973174" y="5031450"/>
            <a:ext cx="1476176" cy="11515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4" name="Google Shape;284;p33">
            <a:extLst xmlns:a="http://schemas.openxmlformats.org/drawingml/2006/main">
              <a:ext uri="{FF2B5EF4-FFF2-40B4-BE49-F238E27FC236}">
                <a16:creationId xmlns:a16="http://schemas.microsoft.com/office/drawing/2014/main" id="{818B084E-05FF-4FBE-82EB-7D6EB7E0D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dc157e6dd4a2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23000" y="6603275"/>
            <a:ext cx="169001" cy="186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72988512"/>
      </p:ext>
    </p:extLst>
  </p:cSld>
</p:sld>
</file>

<file path=ppt/theme/theme1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2026-10-28T02:10:31.8920000Z</dcterms:created>
  <dcterms:modified xsi:type="dcterms:W3CDTF">2026-10-28T02:10:31.8920000Z</dcterms:modified>
</coreProperties>
</file>